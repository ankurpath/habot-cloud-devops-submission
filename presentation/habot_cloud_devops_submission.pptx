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Secure Staging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Candidate full name: Ankur Candidate contact: Update this line with the exact email address or phone number before submission.</a:t>
            </a:r>
          </a:p>
          <a:p>
            <a:pPr lvl="0" indent="0" marL="0">
              <a:buNone/>
            </a:pPr>
            <a:r>
              <a:rPr/>
              <a:t>Junior Cloud and DevOps Engineer project submission.</a:t>
            </a:r>
          </a:p>
          <a:p>
            <a:pPr lvl="0" indent="0" marL="0">
              <a:buNone/>
            </a:pPr>
            <a:r>
              <a:rPr/>
              <a:t>Core outcome: a Terraform, CI/CD, and serializer blueprint that prevents raw secrets, enforces least privilege, and protects student onboarding data integrity.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Incident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staging update introduced two failures:</a:t>
            </a:r>
          </a:p>
          <a:p>
            <a:pPr lvl="0"/>
            <a:r>
              <a:rPr/>
              <a:t>Raw API credentials were committed to application code.</a:t>
            </a:r>
          </a:p>
          <a:p>
            <a:pPr lvl="0"/>
            <a:r>
              <a:rPr/>
              <a:t>A schema mismatch broke downstream analytics.</a:t>
            </a:r>
          </a:p>
          <a:p>
            <a:pPr lvl="0" indent="0" marL="0">
              <a:buNone/>
            </a:pPr>
            <a:r>
              <a:rPr/>
              <a:t>The remediation must block the same failure pattern automatically.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Flow:</a:t>
            </a:r>
          </a:p>
          <a:p>
            <a:pPr lvl="0" indent="0" marL="0">
              <a:buNone/>
            </a:pPr>
            <a:r>
              <a:rPr/>
              <a:t>React form -&gt; Django REST Framework serializer -&gt; DCYN Yes/No validation -&gt; D0 Raw Landing bucket -&gt; staging validator -&gt; BigQuery D1 Staged Enforced -&gt; analytics readers through row-level policy.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Terraform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Terraform provisions:</a:t>
            </a:r>
          </a:p>
          <a:p>
            <a:pPr lvl="0"/>
            <a:r>
              <a:rPr/>
              <a:t>D0 Raw Landing Cloud Storage bucket.</a:t>
            </a:r>
          </a:p>
          <a:p>
            <a:pPr lvl="0"/>
            <a:r>
              <a:rPr/>
              <a:t>D1 Staged Enforced BigQuery dataset.</a:t>
            </a:r>
          </a:p>
          <a:p>
            <a:pPr lvl="0"/>
            <a:r>
              <a:rPr/>
              <a:t>Student onboarding BigQuery table.</a:t>
            </a:r>
          </a:p>
          <a:p>
            <a:pPr lvl="0"/>
            <a:r>
              <a:rPr/>
              <a:t>Customer-managed encryption key.</a:t>
            </a:r>
          </a:p>
          <a:p>
            <a:pPr lvl="0"/>
            <a:r>
              <a:rPr/>
              <a:t>Conditional IAM grants.</a:t>
            </a:r>
          </a:p>
          <a:p>
            <a:pPr lvl="0"/>
            <a:r>
              <a:rPr/>
              <a:t>BigQuery row-level access policy.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D0 Raw Landing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landing bucket is hardened with:</a:t>
            </a:r>
          </a:p>
          <a:p>
            <a:pPr lvl="0"/>
            <a:r>
              <a:rPr/>
              <a:t>Public access prevention.</a:t>
            </a:r>
          </a:p>
          <a:p>
            <a:pPr lvl="0"/>
            <a:r>
              <a:rPr/>
              <a:t>Uniform bucket-level access.</a:t>
            </a:r>
          </a:p>
          <a:p>
            <a:pPr lvl="0"/>
            <a:r>
              <a:rPr/>
              <a:t>Versioning.</a:t>
            </a:r>
          </a:p>
          <a:p>
            <a:pPr lvl="0"/>
            <a:r>
              <a:rPr/>
              <a:t>Soft delete retention.</a:t>
            </a:r>
          </a:p>
          <a:p>
            <a:pPr lvl="0"/>
            <a:r>
              <a:rPr/>
              <a:t>Customer-managed encryption.</a:t>
            </a:r>
          </a:p>
          <a:p>
            <a:pPr lvl="0"/>
            <a:r>
              <a:rPr/>
              <a:t>Write-only service account access to </a:t>
            </a:r>
            <a:r>
              <a:rPr>
                <a:latin typeface="Courier"/>
              </a:rPr>
              <a:t>incoming/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D1 BigQuery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staged dataset protects analytics access with:</a:t>
            </a:r>
          </a:p>
          <a:p>
            <a:pPr lvl="0"/>
            <a:r>
              <a:rPr/>
              <a:t>Dedicated staging service account write access.</a:t>
            </a:r>
          </a:p>
          <a:p>
            <a:pPr lvl="0"/>
            <a:r>
              <a:rPr/>
              <a:t>Analytics group read access with time-bound IAM.</a:t>
            </a:r>
          </a:p>
          <a:p>
            <a:pPr lvl="0"/>
            <a:r>
              <a:rPr/>
              <a:t>Row-level access policy limited to analytics consent and standard PII tier.</a:t>
            </a:r>
          </a:p>
          <a:p>
            <a:pPr lvl="0"/>
            <a:r>
              <a:rPr/>
              <a:t>Table schema aligned to serializer output.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Fail-Closed Build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CI workflow runs secret scanning first. A raw credential finding:</a:t>
            </a:r>
          </a:p>
          <a:p>
            <a:pPr lvl="0"/>
            <a:r>
              <a:rPr/>
              <a:t>Stops the job with a non-zero exit code.</a:t>
            </a:r>
          </a:p>
          <a:p>
            <a:pPr lvl="0"/>
            <a:r>
              <a:rPr/>
              <a:t>Uploads quarantine evidence.</a:t>
            </a:r>
          </a:p>
          <a:p>
            <a:pPr lvl="0"/>
            <a:r>
              <a:rPr/>
              <a:t>Prevents Terraform, linting, tests, or deployment from continuing.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and Security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Post-secret gates run only after the repository is clean:</a:t>
            </a:r>
          </a:p>
          <a:p>
            <a:pPr lvl="0"/>
            <a:r>
              <a:rPr>
                <a:latin typeface="Courier"/>
              </a:rPr>
              <a:t>terraform fmt -check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terraform validate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black --check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ruff check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bandit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pytest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DCYN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DCYN converts subjective onboarding checks into binary Yes/No decisions:</a:t>
            </a:r>
          </a:p>
          <a:p>
            <a:pPr lvl="0"/>
            <a:r>
              <a:rPr/>
              <a:t>Parent or guardian consent.</a:t>
            </a:r>
          </a:p>
          <a:p>
            <a:pPr lvl="0"/>
            <a:r>
              <a:rPr/>
              <a:t>Support plan request.</a:t>
            </a:r>
          </a:p>
          <a:p>
            <a:pPr lvl="0"/>
            <a:r>
              <a:rPr/>
              <a:t>School authorization.</a:t>
            </a:r>
          </a:p>
          <a:p>
            <a:pPr lvl="0"/>
            <a:r>
              <a:rPr/>
              <a:t>Emergency contact availability.</a:t>
            </a:r>
          </a:p>
          <a:p>
            <a:pPr lvl="0"/>
            <a:r>
              <a:rPr/>
              <a:t>Analytics consent.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Serializer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DRF model serializer removes human judgment through:</a:t>
            </a:r>
          </a:p>
          <a:p>
            <a:pPr lvl="0"/>
            <a:r>
              <a:rPr/>
              <a:t>UUID version enforcement.</a:t>
            </a:r>
          </a:p>
          <a:p>
            <a:pPr lvl="0"/>
            <a:r>
              <a:rPr/>
              <a:t>Name length and character rules.</a:t>
            </a:r>
          </a:p>
          <a:p>
            <a:pPr lvl="0"/>
            <a:r>
              <a:rPr/>
              <a:t>Age range validation.</a:t>
            </a:r>
          </a:p>
          <a:p>
            <a:pPr lvl="0"/>
            <a:r>
              <a:rPr/>
              <a:t>E.164 phone validation.</a:t>
            </a:r>
          </a:p>
          <a:p>
            <a:pPr lvl="0"/>
            <a:r>
              <a:rPr/>
              <a:t>Enumerated learning need and PII tiers.</a:t>
            </a:r>
          </a:p>
          <a:p>
            <a:pPr lvl="0"/>
            <a:r>
              <a:rPr/>
              <a:t>Cross-field consent checks.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payload, serializer, BigQuery schema, and DCYN mapping use the same field names. This prevents drift between application validation and downstream analytics.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 build:</a:t>
            </a:r>
          </a:p>
          <a:p>
            <a:pPr lvl="0"/>
            <a:r>
              <a:rPr/>
              <a:t>Secret scan passes.</a:t>
            </a:r>
          </a:p>
          <a:p>
            <a:pPr lvl="0"/>
            <a:r>
              <a:rPr/>
              <a:t>Terraform and Python checks continue.</a:t>
            </a:r>
          </a:p>
          <a:p>
            <a:pPr lvl="0"/>
            <a:r>
              <a:rPr/>
              <a:t>Tests pass.</a:t>
            </a:r>
          </a:p>
          <a:p>
            <a:pPr lvl="0" indent="0" marL="0">
              <a:buNone/>
            </a:pPr>
            <a:r>
              <a:rPr/>
              <a:t>Invalid build:</a:t>
            </a:r>
          </a:p>
          <a:p>
            <a:pPr lvl="0"/>
            <a:r>
              <a:rPr/>
              <a:t>Hardcoded API key is detected.</a:t>
            </a:r>
          </a:p>
          <a:p>
            <a:pPr lvl="0"/>
            <a:r>
              <a:rPr/>
              <a:t>Quarantine artifact is created.</a:t>
            </a:r>
          </a:p>
          <a:p>
            <a:pPr lvl="0"/>
            <a:r>
              <a:rPr/>
              <a:t>Workflow exits fail-closed.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Least Privilege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broad public principals are used. Service accounts receive only the roles needed for their data path, and IAM conditions limit access by object prefix and time.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Operational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use:</a:t>
            </a:r>
          </a:p>
          <a:p>
            <a:pPr lvl="0"/>
            <a:r>
              <a:rPr/>
              <a:t>Merge only through the Poka-Yoke workflow.</a:t>
            </a:r>
          </a:p>
          <a:p>
            <a:pPr lvl="0"/>
            <a:r>
              <a:rPr/>
              <a:t>Rotate KMS keys on schedule.</a:t>
            </a:r>
          </a:p>
          <a:p>
            <a:pPr lvl="0"/>
            <a:r>
              <a:rPr/>
              <a:t>Review quarantine evidence after blocked builds.</a:t>
            </a:r>
          </a:p>
          <a:p>
            <a:pPr lvl="0"/>
            <a:r>
              <a:rPr/>
              <a:t>Keep serializer, DCYN mapping, and BigQuery schema synchronized.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submission delivers a secure staging blueprint with deployable Terraform, automated build gates, and deterministic data validation for student onboarding analytics.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2026-09-12T08:44:24Z</dcterms:created>
  <dcterms:modified xsi:type="dcterms:W3CDTF">2026-09-12T08:44:24Z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